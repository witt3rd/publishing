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156841"/>
            <a:ext cx="9810750" cy="1316684"/>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3586758"/>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45594"/>
            <a:ext cx="148469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762000" y="1587500"/>
            <a:ext cx="10668000" cy="4559300"/>
          </a:xfrm>
          <a:prstGeom prst="rect">
            <a:avLst/>
          </a:prstGeom>
        </p:spPr>
      </p:pic>
      <p:sp>
        <p:nvSpPr>
          <p:cNvPr id="5" name="Text"/>
          <p:cNvSpPr txBox="1"/>
          <p:nvPr/>
        </p:nvSpPr>
        <p:spPr>
          <a:xfrm>
            <a:off x="1504950" y="356870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543050" y="387350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162425" y="356870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127500" y="387350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842125" y="356870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308725" y="387350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385300" y="356870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105900" y="387350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625975" y="259715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3492500"/>
          </a:xfrm>
          <a:prstGeom prst="roundRect">
            <a:avLst>
              <a:gd name="adj" fmla="val 2955"/>
            </a:avLst>
          </a:prstGeom>
          <a:solidFill>
            <a:srgbClr val="5B4BD6"/>
          </a:solidFill>
          <a:ln>
            <a:noFill/>
          </a:ln>
          <a:effectLst/>
        </p:spPr>
        <p:txBody>
          <a:bodyPr rtlCol="0" anchor="ctr"/>
          <a:lstStyle/>
          <a:p>
            <a:pPr algn="ctr"/>
          </a:p>
        </p:txBody>
      </p:sp>
      <p:sp>
        <p:nvSpPr>
          <p:cNvPr id="5" name="Box"/>
          <p:cNvSpPr/>
          <p:nvPr/>
        </p:nvSpPr>
        <p:spPr>
          <a:xfrm>
            <a:off x="762000"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3492500"/>
          </a:xfrm>
          <a:prstGeom prst="roundRect">
            <a:avLst>
              <a:gd name="adj" fmla="val 2955"/>
            </a:avLst>
          </a:prstGeom>
          <a:solidFill>
            <a:srgbClr val="3F9FA6"/>
          </a:solidFill>
          <a:ln>
            <a:noFill/>
          </a:ln>
          <a:effectLst/>
        </p:spPr>
        <p:txBody>
          <a:bodyPr rtlCol="0" anchor="ctr"/>
          <a:lstStyle/>
          <a:p>
            <a:pPr algn="ctr"/>
          </a:p>
        </p:txBody>
      </p:sp>
      <p:sp>
        <p:nvSpPr>
          <p:cNvPr id="9" name="Box"/>
          <p:cNvSpPr/>
          <p:nvPr/>
        </p:nvSpPr>
        <p:spPr>
          <a:xfrm>
            <a:off x="4377234"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3492500"/>
          </a:xfrm>
          <a:prstGeom prst="roundRect">
            <a:avLst>
              <a:gd name="adj" fmla="val 2955"/>
            </a:avLst>
          </a:prstGeom>
          <a:solidFill>
            <a:srgbClr val="2E9E6B"/>
          </a:solidFill>
          <a:ln>
            <a:noFill/>
          </a:ln>
          <a:effectLst/>
        </p:spPr>
        <p:txBody>
          <a:bodyPr rtlCol="0" anchor="ctr"/>
          <a:lstStyle/>
          <a:p>
            <a:pPr algn="ctr"/>
          </a:p>
        </p:txBody>
      </p:sp>
      <p:sp>
        <p:nvSpPr>
          <p:cNvPr id="13" name="Box"/>
          <p:cNvSpPr/>
          <p:nvPr/>
        </p:nvSpPr>
        <p:spPr>
          <a:xfrm>
            <a:off x="7992467"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4191000"/>
          </a:xfrm>
          <a:prstGeom prst="roundRect">
            <a:avLst>
              <a:gd name="adj" fmla="val 2424"/>
            </a:avLst>
          </a:prstGeom>
          <a:solidFill>
            <a:srgbClr val="2E9E6B"/>
          </a:solidFill>
          <a:ln>
            <a:noFill/>
          </a:ln>
          <a:effectLst/>
        </p:spPr>
        <p:txBody>
          <a:bodyPr rtlCol="0" anchor="ctr"/>
          <a:lstStyle/>
          <a:p>
            <a:pPr algn="ctr"/>
          </a:p>
        </p:txBody>
      </p:sp>
      <p:sp>
        <p:nvSpPr>
          <p:cNvPr id="5" name="Box"/>
          <p:cNvSpPr/>
          <p:nvPr/>
        </p:nvSpPr>
        <p:spPr>
          <a:xfrm>
            <a:off x="7620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4191000"/>
          </a:xfrm>
          <a:prstGeom prst="roundRect">
            <a:avLst>
              <a:gd name="adj" fmla="val 2424"/>
            </a:avLst>
          </a:prstGeom>
          <a:solidFill>
            <a:srgbClr val="D0453D"/>
          </a:solidFill>
          <a:ln>
            <a:noFill/>
          </a:ln>
          <a:effectLst/>
        </p:spPr>
        <p:txBody>
          <a:bodyPr rtlCol="0" anchor="ctr"/>
          <a:lstStyle/>
          <a:p>
            <a:pPr algn="ctr"/>
          </a:p>
        </p:txBody>
      </p:sp>
      <p:sp>
        <p:nvSpPr>
          <p:cNvPr id="16" name="Box"/>
          <p:cNvSpPr/>
          <p:nvPr/>
        </p:nvSpPr>
        <p:spPr>
          <a:xfrm>
            <a:off x="61849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