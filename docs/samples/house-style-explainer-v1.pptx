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028825"/>
            <a:ext cx="9810750" cy="514350"/>
          </a:xfrm>
        </p:spPr>
        <p:txBody>
          <a:bodyPr wrap="square" lIns="0" rIns="0" tIns="0" bIns="0" anchor="t">
            <a:noAutofit/>
          </a:bodyPr>
          <a:lstStyle/>
          <a:p>
            <a:pPr algn="l">
              <a:lnSpc>
                <a:spcPts val="4050"/>
              </a:lnSpc>
              <a:spcBef>
                <a:spcPts val="0"/>
              </a:spcBef>
              <a:spcAft>
                <a:spcPts val="0"/>
              </a:spcAft>
            </a:pPr>
            <a:r>
              <a:rPr sz="3750" b="1" i="0" spc="-75">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2797175"/>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12422"/>
            <a:ext cx="1680908" cy="294056"/>
          </a:xfrm>
          <a:prstGeom prst="rect">
            <a:avLst/>
          </a:prstGeom>
          <a:noFill/>
        </p:spPr>
        <p:txBody>
          <a:bodyPr wrap="square" lIns="0" rIns="0" tIns="0" bIns="0" anchor="t">
            <a:noAutofit/>
          </a:bodyPr>
          <a:lstStyle/>
          <a:p>
            <a:pPr algn="l">
              <a:lnSpc>
                <a:spcPts val="2315"/>
              </a:lnSpc>
              <a:spcBef>
                <a:spcPts val="0"/>
              </a:spcBef>
              <a:spcAft>
                <a:spcPts val="0"/>
              </a:spcAft>
            </a:pPr>
            <a:r>
              <a:rPr sz="17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3683000"/>
          </a:xfrm>
          <a:prstGeom prst="rect">
            <a:avLst/>
          </a:prstGeom>
        </p:spPr>
      </p:pic>
      <p:sp>
        <p:nvSpPr>
          <p:cNvPr id="5" name="Text"/>
          <p:cNvSpPr txBox="1"/>
          <p:nvPr/>
        </p:nvSpPr>
        <p:spPr>
          <a:xfrm>
            <a:off x="1631950" y="37655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670050" y="40703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289425" y="37655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254500" y="40703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969125" y="37655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435725" y="40703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512300" y="37655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232900" y="40703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752975" y="27940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6"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